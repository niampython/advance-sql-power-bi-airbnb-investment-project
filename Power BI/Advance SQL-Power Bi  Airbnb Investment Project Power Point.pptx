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111" d="100"/>
          <a:sy n="111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91839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5222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fadc5888-f968-4be7-9e5a-8343a545bde4}">
  <we:reference id="WA200003233" version="2.0.0.3" store="en-US" storeType="OMEX"/>
  <we:alternateReferences/>
  <we:properties>
    <we:property name="Microsoft.Office.CampaignId" value="&quot;none&quot;"/>
    <we:property name="reportUrl" value="&quot;/groups/me/reports/31ebb702-b9c0-4801-bf6a-b589d4ba3bc3/0e112c8cb8031b38247c?bookmarkGuid=306d78c3-2c74-45f0-a1f9-3c22933984f7&amp;bookmarkUsage=1&amp;ctid=8a192eec-453e-4f06-806b-8f06b382f1d9&amp;fromEntryPoint=export&quot;"/>
    <we:property name="reportState" value="&quot;CONNECTED&quot;"/>
    <we:property name="artifactViewState" value="&quot;live&quot;"/>
    <we:property name="reportEmbeddedTime" value="&quot;2025-12-06T19:59:05.569Z&quot;"/>
    <we:property name="creatorSessionId" value="&quot;2b24a4a8-8804-464c-be36-cd7a72ba0291&quot;"/>
    <we:property name="creatorUserId" value="&quot;10032002BCCFC3D9&quot;"/>
    <we:property name="creatorTenantId" value="&quot;8a192eec-453e-4f06-806b-8f06b382f1d9&quot;"/>
    <we:property name="pageDisplayName" value="&quot;Nairobi Airbnb Listings Data&quot;"/>
    <we:property name="pageName" value="&quot;0e112c8cb8031b38247c&quot;"/>
    <we:property name="reportName" value="&quot;Kenya_Airbnb_Investment_Dashboard&quot;"/>
    <we:property name="isVisualContainerHeaderHidden" value="false"/>
    <we:property name="isFiltersActionButtonVisible" value="true"/>
    <we:property name="initialStateBookmark" value="&quot;H4sIAAAAAAAAA+1abW/bNhD+K4a+dAOMgS+iJOZbmqTF0CQNkiwbUBjBiTw5amXJkOg0XuD/PpKy29Rx7dRNbAOdP0l8Od49d3x4R/k+0HkzLGB8CgMM9oLXVfVpAPWnThx0g3La9v79u5P983fXp/snR7a5Gpq8Kptg7z4wUPfRXOXNCAonwTZ+6HUDKIoz6Lu3DIoGu8EQ66Yqocj/xXaw7TL1CCfdAO+GRVWDE3lhwKATe2uH23e7Nv2D2xVBmfwWL1CZtpUgpUwlKk0IpylPWBgrO6xpB3jNFg6x7VleGCvdPabjo7thbTW+n1lKdJZlYaYIJYQLCJUmzMo146HrPbDa9as6V1AEXu8am1bN++CgKkYD/3T0TftFNaoVnmPmu0qTm7GVdJw3Ji/7TTCxAJzVlYXHt9dVNbj2q7mOm+rzQY12UR3s0UnPttx67A6q0kBeTq2IIy0jyTPNiVQs5CnBJYZOTdnXt1AqK3jejhOEZlTjzxpyWRkoOpeXJ51zvMVyhL/9dXH4+yOriLeqsRKKaVx47/uny1ZTBbXTsko/Wuc6ayZOSBJTTTEhQos44ToUhMgdMfpYksOZ1Z1nNltrHnEblDJiDFJArhhd3+z9fr/GPpjp69ELBLQxg+tKqdHQajD2nW9G5XQX0+eLhjBNIIkkk5EiFhZCBdl6NOxbErMc2G4Ca2DnFByJPV8wZDKLdRrJiOrEcoDQFH5i428oGGq8HUJ9XX7F4mtAkMfQdO93gXyf4KJhjgc3UJtv3WRfao3167F3wWFez04w1p1TdTfgn/RmZ62d9/HBaTpFv7Xj+eHu+YCOdBihiCSwOGFSCSpp9CMB3Y5zw65m+YPF+U1dDfyEaYbjwuexct2gdSRxEPx9g27/e1NLnc+cclqZRb4ZWETzZv7tXV66yOkGx5iZJzuxffFazsGVonaItTCe5/0bL/Q4txa34XgFxcjNLEeFm+x/vcnLbJVvlPnejt0m1RRt+3Wu54JcrKXx7h0Jhc3/bLqsPqFuEbORl1a7TkHL3LJJ7nkQvy31JFkchUQzwjiXkaWhRCyhnmm1ELFUKB5zTangTCsivl8tbIWb/pwDqnk6hE8iIquOZx0n98MyMur1tkhHU2+FqZJAkyQmWjGitERNNlnbpWBulhPmdlOczdHg8xWHpkYcwHCe8RbSyNu6Gg1fkkMiHSdJGgltq1IW8ZgQtqQKmXGI5BFgnCEnBCG11SwRvwSH7Bh/7HAqI4n+kRp6g+nM1dvOIeTF+GEy0zmGxnQksT3jRaCu3NONAmPjYGEqs3Bj/+MjcpM2tfudxyiEQMrsnkdIKGjKVpYrL8/xB9WoNPV4yyfNgevergord/X/Z/4OnvmbVulJ17WbLxFnap3tn++QVlP/7aBSS6vp3TjIf/AufDeUVgVC6Ur2DOfvC9e5vzeQFnh0t+4VxcvvfHe2dwPJs4wRJhTlUqQauSarr9Z3/Ia6KXJlq4eHyAcDrPseTQ0GvC3DdrUc2/5K+270pi7M0F8d2hm6+ly+CqY5+vfytC+p/svdIGumGSdZJkmEwFQKCaz+ELS9NOAX9NkMitZfaaYUCbVUqQhpooikyerPuFvLHH9Fd00Lde8tlhIhBSFxGHEGUnCNiZOyFJN8YM/oxx8veWKpFSFVKcOQRk4sW1eWykJGdRTzKImVu+ZLnL/WkyUpBUUyrhkmoVAkRoUrZRm8M2l1t0AzqZSTQwgIqmlMBOHraebFLQqramSaISg8gxIXhJcNKyh1i8eSEPN/0wn8IlaX3B7SKya4P+98icbJ5D/ATdofRyQAAA==&quot;"/>
    <we:property name="bookmark" value="&quot;H4sIAAAAAAAAA+1abU/bSBD+K5G/9E6KTvvitb39RgOtTkcrBBx3UhWh2d1xcOvYkb2hpCj//XbtpKUhJJBCEqnHp+yLxzPPzDw7s+Y2MFk9ymHyAYYYvA7elOXnIVSfO3HQDYp2zqQQK8IFE4qQKCI0UX61HNmsLOrg9W1goRqgvcjqMeRekJv82O8GkOcnMPCjFPIau8EIq7osIM++YrvZLdlqjNNugDejvKzAizyzYNGLvXbb3dipQP/g7o2gbXaNZ6htO0uQUqYTrRLCqeIJC2PtttXthkazpVvcfJrl1kn3P9Xk6GZUOY1v5wYTk6ZpmGpCiTMbQm0Ic3LtZORXe067QVllGvKg0bvCulXzNuiV+XjY/Dr6Yf6sHFcaTzFtlgqb2YmTdJzVNisGdTB1AJxUpYOnma/KcnjZvM0vXJVfehW6l5rgNZ323cx1g12vLCxkxcyKODIykjw1nEjNQq4IrjB0ZsqBuYZCO8GLdrxHqMcV/qwh56WFvHN+/r5zitdYjPG3v88Of79nFWmsqp2EfBYXjfebX+etphoqr2WpPjnnemumXkgSU0MxIcKIOOEmFITIPTH6WJLDudWdZzbbGB5xF5QyYgwUINeMbm72wWBQ4QDsbHj0AgFt7fCy1Ho8chpMmsW342KWxfT5oiFUCSSRZDLSxMFCqCA7j4YDR2KOA9skcAZ2PoAnsecLhlSmsVGRjKhJHAcIQ+EnEn9LwVDh9Qiqy+I7Ft8DgtyHpnu7D+T7CBeNMuxdQWV/dJMbVAarN5PGBYdZNT/BWHdB1f2Af9qfn7XuuU93TtMZ+q0dzw93vwnoyIQRikgCixMmtaCSRk8J6Haf33Yxrx8czm+rctg8MCt0fPjcV64btI4kHoJ/rtDnf2NqYbK5Uz6Udplvhg7RrF4c/ZUVPnK6wTGm9tFObAeNlgtwKTQesRbG02xw1Qg9zpzFbTheQD72Txbj3D/c/PWnL5MqPyjzUMbukmrydv4yMwtBLjbSeP+OhNzVf65c1p/RtIi5yFPlvlPQKrdsk3vuxG9LPUkaRyExjDDOZeRoKBErqGfWLURMCc1jbigVnBlNxMPdwk646c8FoOrHQ/goInLqNKzj5X5cRUb9/g7paOatUGkJNEliYjQj2kg0ZJu9nQJ7tZowd1vibI8Gn685tBXiEEaLjLeURt5V5Xj0khwSmThJVCSM60pZxGNC2IouZM4hkkeAcYqcEATlulkifgkO2TP+2ONSRhLzlB56i+XMxbvOIWT55G4x0zmG2nYkcSuTZaCuzelag3VxsLSUWZrY/zYRuU2b2nznMQohkDKX8wgJBUPZ2nbl5Tm+V44LW012fNL0/PJuVVib1f+f+Xt45m9bpUdd126/RZyrdXJwukdazfy3h0qt7Kb34yB/4l34fiitc4TCt+wpLt4XbnJ/b0HleHSz6RXFy2e+P9u7geRpyggTmnIplEFuyPqr9T2/oa7zTLvu4S7ywRCrQYOmAQuNLaP2bRm266VplrExdWmF/urQPWHKL8WrYFajP1SnfSv1X+4G2TDDOElTSSIEphUksP5D0O7KgF/QZ3MoWn+pVGsSGqmVCGmiiaTJ+s+4O6scf0V3zRr1xltMESEFIXEYcQZScIOJl7ISk2zozuj7Hy954qgVQWnFMKSRF8s2laXTkFETxTxKYu2v+RLvr81kSUpBk5QbhkkoNIlR41pZFm+sKm+WaCa19nIIAUENjYkgfDPNGnHLwqoc23oEGk+gwCXh5cIKCtPisSLEmn/T+RZd0+l/ObCHFR4kAAA=&quot;"/>
    <we:property name="datasetId" value="&quot;f6840c56-d99c-43c2-8bb4-b6c50752f221&quot;"/>
    <we:property name="embedUrl" value="&quot;/reportEmbed?reportId=31ebb702-b9c0-4801-bf6a-b589d4ba3bc3&amp;config=eyJjbHVzdGVyVXJsIjoiaHR0cHM6Ly9XQUJJLVVTLUVBU1QyLXJlZGlyZWN0LmFuYWx5c2lzLndpbmRvd3MubmV0IiwiZW1iZWRGZWF0dXJlcyI6eyJ1c2FnZU1ldHJpY3NWTmV4dCI6dHJ1ZX19&amp;disableSensitivityBanner=true&amp;storytellingChangeViewModeShortcutKeys=true&quot;"/>
    <we:property name="backgroundColor" value="&quot;#FF385C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102dbd21-b42a-4805-bc12-3281ec31b2a9}">
  <we:reference id="WA200003233" version="2.0.0.3" store="en-US" storeType="OMEX"/>
  <we:alternateReferences/>
  <we:properties>
    <we:property name="Microsoft.Office.CampaignId" value="&quot;none&quot;"/>
    <we:property name="reportUrl" value="&quot;/groups/me/reports/31ebb702-b9c0-4801-bf6a-b589d4ba3bc3/a81ad06ddd9b224a94e7?bookmarkGuid=8ab25ba6-14c8-4f8a-b414-8921875f2d17&amp;bookmarkUsage=1&amp;ctid=8a192eec-453e-4f06-806b-8f06b382f1d9&amp;fromEntryPoint=export&quot;"/>
    <we:property name="reportState" value="&quot;CONNECTED&quot;"/>
    <we:property name="artifactViewState" value="&quot;live&quot;"/>
    <we:property name="reportEmbeddedTime" value="&quot;2025-12-06T19:59:50.137Z&quot;"/>
    <we:property name="creatorSessionId" value="&quot;d334a905-4a33-48c2-a616-bf491631d651&quot;"/>
    <we:property name="creatorUserId" value="&quot;10032002BCCFC3D9&quot;"/>
    <we:property name="creatorTenantId" value="&quot;8a192eec-453e-4f06-806b-8f06b382f1d9&quot;"/>
    <we:property name="pageDisplayName" value="&quot;Nairobi Property Prices Analysis&quot;"/>
    <we:property name="pageName" value="&quot;a81ad06ddd9b224a94e7&quot;"/>
    <we:property name="reportName" value="&quot;Kenya_Airbnb_Investment_Dashboard&quot;"/>
    <we:property name="isVisualContainerHeaderHidden" value="false"/>
    <we:property name="isFiltersActionButtonVisible" value="true"/>
    <we:property name="initialStateBookmark" value="&quot;H4sIAAAAAAAAA+1bWVPjOBD+K5Rf5iW1Jd/2vHFN7Rbnwiz7sEVRktUOmnEsr2wzZKj8923ZDpA7hADJjvNky61WX+qvdeTB4CLPEto/pT0wPht7Un7vUfV9xzc6Rtq0nZ0dnexeHN2c7p4cYrPMCiHT3Pj8YBRUdaG4EnlJE80BG/+57hg0Sc5pV7/FNMmhY2SgcpnSRPyEmhg/FaqEQceA+yyRimqWlwUtQLO9Q3J8x7HN32wckUaFuINLiIq6lQYm5cTjnIfMshwaOqDlzWuCSrKpJJp1Nfy+TAsqUhxGt5ncjgl3bNNhgRuAH9mhp9tjkRQNCesf3mcKtUOd+5m2yleZneKYNY0muRoKbXWML0r2KuLGrHnJ/i1B9bGD5gN5TflgXA4/4POfw4d5nFLNIi1EgZTYJpRk4uZcSbRw0ccHEYm0izRfKynJAL1xCQkapmKyL5OyVw08JoYsVQQXED+9VGMN0EFD5thwLKPKUQY2N/LEAhJu6GHOFAe116/GORBq6CxzXOUToHmpYGUhdjE6MLh2hk07WmnY+evyACm1IOgZHJYMdL/aDNag8xoD/n0LWt7KfikXRSPvH2OGzNdr4koVyhKY3fsxrAb6d13PpmdjLiXLYmPMFrFj3Mof+wpw3nJtrM7j9NjldzSNsHVcpuXc/2Kh5kbFuJjaUjkySZps9JQYaq8bUVLmOK2B71G1f0tVodMe+4YxrbMB9pbTg91aLdjXq60OnDpj4udvz3LiPurflaq/fJy+JjauqwkYMxrEnEQkdL0wxAeHt7l1Xbl1xXBrc2ubW9vcuv251TejgFm2CaFP8BdQH6KFubURVETomveJ6USmXVGUHOYG9QfIhdZcKNZGz7WPtN6cTLUwBfRoNjrpNQ+bmCz0fHAYRARC7gYhWRjNW+KejxJzD7iSWORspGy0uNXC5atJt9vtKujSYcFw+A4h/7ssc7jJxc86ZXwp0waa7G3R4JimfKsVyJrHKpG8QIftyo+ZuJNFXZ8uVxtNbLK8uU4zC6EL+eMFxfrriyBOTYcEUcSAma7JOKMemw0bzZamRxmhMfGA+pHnR0DBdtDUv/Dy83lu2/gFqLud688R/NjUFegYyE0k1GYGBSEDiO0gDLntW8wyOfWfZtBoul1uIq3PeaeymLTKu3j0iiZldQiCrI8FKl0n96pZ9y+TRBNeb4pHzY+FyJFqZNPq0/XsdrB2k2P1YK0R3vNji2iYd1loeqZP2byFYYvwLcK3CL8GPHiWdzcCwPdlL6NK5ONvRyLVqbhjHENcLG212T58vmdyIbq3Fc/ZYP6urtvk/Zz14GUmoMXLlSKiBsvQ9W3fs2Ig3HECyyOcQAuWLVi2YNmCZQuW8/y2eWC5hJhvYznWHM20AP72AP7M1g2C2yYPbYIoHprEc7nP7erG1Fyrix4qN3mm6puRbfkxN5nFQd8VcMniM9XtOivJE/SjGlHd6IHqVhHEaUEr1ZpzIwH1d8mrz1BpPjVhfTrAHlz+SD8N8WYwI0Ye9/ze7cgjBBs4dS3uuiGjJgk8f/Gduhahtgeh2rCftrJxQpeEnAYeCcwojLgTvOh+yC8V9SMIvmlh/5ry4v8f9xMFQWRaHgQRZ74d2i6zSBiYGwjiE1czWs/Ot1BziZPoK/I28/2AOpQw07atheVeAfcFk/fjBV/FcJr5ZFnkGY3gnKYwxYxoPppy7ae5pqz+zGVUg6A0olmtz+mg/+L1aPXB4D/2Av64bTYAAA==&quot;"/>
    <we:property name="bookmark" value="&quot;H4sIAAAAAAAAA+1bS3PbNhD+Kx5ectF0AL6Rmy0n005d17VT99DxZABiKSOhCJYPx4pH/z0LkvJDb9uyLTXUiQTBxe63i/2WAHRjSVVkCR8d8yFY760Drb8Oef51L7B6Vtq02SRww4AyRkLPkVwKVxJ8qrNS6bSw3t9YJc8HUJ6rouKJEYSN/170LJ4kJ3xg7mKeFNCzMsgLnfJEfYemMz4q8wrGPQuus0Tn3Ig8K3kJRuwVdsd7VIH+4uCIPCrVFZxBVDatPKRcEl9KyYRtu5y5YNQumg61ZnO7GNH18H2dllylOIxpo9KJiXQd6orQCyGIHOab9lglZdtFjD5cZzlahzaPMgPOJ50d45hNH9PlfKK03bM+5npYd27RLSrxXwX5CF8wcqBoet5YZ5MHeP3X5GKZpNSISEtVYk9sU7kW6vNJrhHhcoQXKlLpAPt8qrUkY/TGGSQITC2kr5NqWA88pYau8ghOIb67qccao4MmwrHhSEe1oyxsbvWJFSTSMsP8mUvID0b1OIcqnziLTpv8B/CiyuHJSuxjdGBw7U2a9ozRsPf32SH2NIqgZ3BYMjbvNTDY495zAPznEoy+NX6pVGWr729TQBabhbg2hYsEFr99G1Zj87toZtO9MdfSZTUYi1XsWZf6Wz8HnLfSgNW7nR778oqnEbZO67Se+x+t1NKomFbTIFWgkKTNRneJofG6FSVVgdMa5AHP+5c8L03aE18wpk02wLf1/GC3nxbsm7XWBE6TMfHxl3s5sY/2D3Q+Wj9OnxMbF/UEjAUPY0kiwjyfMbxwZZdbN5VbnxhuXW7tcmuXW3c/twY0CoXtUGABwV/IA4hW5tZWURWha14nphOdDlRZSVga1G+gF6K5Uq2tnmtvid6STLUyBQx59nDSGxkOoYL5AbgCIgJMeiEjK6N5R9zzVmoegMw1FjlbqRsvL41yxdO02x8MchjwScHw4RVC/lddFfC5UN+blPGxSltqcnbFgiOeyp02IGsv60TyCBt2Kz9m6kqXTX26Xm00s8jy4jYtLIRO9bdHFOvPL4Ikpy4Jo0iAoB4VUnBfLKaNdmXT54LwmPjAg8gPIuDguAj1T/z5eT+3bf0HqLeb358P+GNbv0CnSG4mobYzKGQCIHZCxqQT2MKmkgd3M+hhul1vIm3Oece6nEXlVTx6zpOq3gRB0UcKjW6Se91s3q+SxHS82BaP0relyAfVyLbVp5tZ7RDdIsfTg7VheD+IbWJo3hOM+jTgYtmHYcfwHcN3DL8BPriXd7eCwPt6mPFcFdN3v6vUpOKedQRxuTZqi314f83kVA0ua5mLyfxVXbfN6zmb4ctMQceXT4qIhiyZFziBb8dApOuGtk8kgY4sO7LsyLIjy44sl/lt+8hyDTVfBjnRbs10BP7yBH4P65bBHSqZQ5DFGSW+JwPp1CemlqKuhmjc7J5qQCPHDmJJhS3BnBXwyOo91d3aKykS9GP+wHRrCPmgjiDJS16b1u4bKWiea1k/htryuQnr3SG+IfW39N2Eb8YLYuR2ze/VtjwYOCC5Z0vPY4JTEvrB6jN1HUPtDkN1YT/vy8ZlHmGShz4JacQi6YaPOh/yU0X9AwbftrB/Tnnx/4/7mYIgorYPYSRF4DDHEzZhId1CEp85mtF5djlC7SFOYo7IOyIIQu5yIqjj2CvLvRKuS6Gvpwu+WuA8+HRVFhmP4ISnMAdGhI+n0vhpKZT1n7luURyPfwAPRxtqRDYAAA==&quot;"/>
    <we:property name="datasetId" value="&quot;f6840c56-d99c-43c2-8bb4-b6c50752f221&quot;"/>
    <we:property name="embedUrl" value="&quot;/reportEmbed?reportId=31ebb702-b9c0-4801-bf6a-b589d4ba3bc3&amp;config=eyJjbHVzdGVyVXJsIjoiaHR0cHM6Ly9XQUJJLVVTLUVBU1QyLXJlZGlyZWN0LmFuYWx5c2lzLndpbmRvd3MubmV0IiwiZW1iZWRGZWF0dXJlcyI6eyJ1c2FnZU1ldHJpY3NWTmV4dCI6dHJ1ZX19&amp;disableSensitivityBanner=true&amp;storytellingChangeViewModeShortcutKeys=true&quot;"/>
    <we:property name="backgroundColor" value="&quot;#FF385C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188a0e07-c3f7-4b3c-bb1a-b8071e99a787}">
  <we:reference id="WA200003233" version="2.0.0.3" store="en-US" storeType="OMEX"/>
  <we:alternateReferences/>
  <we:properties>
    <we:property name="Microsoft.Office.CampaignId" value="&quot;none&quot;"/>
    <we:property name="reportUrl" value="&quot;/groups/me/reports/31ebb702-b9c0-4801-bf6a-b589d4ba3bc3/85dddcbeb40a82735095?bookmarkGuid=80f389aa-eadc-4632-adfe-529ff6d731cf&amp;bookmarkUsage=1&amp;ctid=8a192eec-453e-4f06-806b-8f06b382f1d9&amp;fromEntryPoint=export&quot;"/>
    <we:property name="reportState" value="&quot;CONNECTED&quot;"/>
    <we:property name="artifactViewState" value="&quot;live&quot;"/>
    <we:property name="reportEmbeddedTime" value="&quot;2025-12-06T20:00:59.142Z&quot;"/>
    <we:property name="creatorSessionId" value="&quot;1e18c753-bda7-443e-b2cd-ab067273ebe3&quot;"/>
    <we:property name="creatorUserId" value="&quot;10032002BCCFC3D9&quot;"/>
    <we:property name="creatorTenantId" value="&quot;8a192eec-453e-4f06-806b-8f06b382f1d9&quot;"/>
    <we:property name="pageDisplayName" value="&quot;Kenya Airbnb Metrics Analysis&quot;"/>
    <we:property name="pageName" value="&quot;85dddcbeb40a82735095&quot;"/>
    <we:property name="reportName" value="&quot;Kenya_Airbnb_Investment_Dashboard&quot;"/>
    <we:property name="isVisualContainerHeaderHidden" value="false"/>
    <we:property name="isFiltersActionButtonVisible" value="true"/>
    <we:property name="initialStateBookmark" value="&quot;H4sIAAAAAAAAA+1Z32/bNhD+Vww9rA8zBor6ReXNdjJsaNMGTteXIQhO5MlRI4sGRaXxAv/vO1FOt6SpHbuxkwV7FHl3vO+74x0p3niqqGclzN/DFL0Db6j15RTMZS/x+l61HPvw4e3xYPz2/P3g+IiG9cwWuqq9gxvPgpmg/VTUDZStBRr886zvQVmewKT9yqGsse/N0NS6grL4CzthmrKmwUXfw+tZqQ20Jk8tWGzNXpE4fdPa/i8BrQjSFld4itJ2oyJSSskMs5CB4EkQsTQisboTcJ49KNKadsuPdGWhqGiZdkxFifDTVLJASkxlxLhysnlR2qVINj+6nhlCR5jns5aVgbqCSqLyHASDdefxjXeMUDfG4Ti6M3GqGyNxjLmbqmxh52TH4BVWDQ4IM1F2XkJtz31+PiUPL7wFEXRiNNHnZJdCvXGn03tHwj2f945b4br3x+mh07jQX0YGiUvlHbDFGY3URTUpl9T/w8LHDokE06LQ2Wfir0W7aI2kEEcyykLJ0yRiDHksYJ+kzMCsJmPsZHbKgS9iiaGSIFimRAZCpLg/Dsj54fwQinK+UXI4jd6YtJ+WjCz0GZcBCAzjNGMsgTTZGxlaymZGluarOfhwK9bhv5sbT0eFSKSIuILQz0QUox9JkGupGNGiE20KScvcZ2Oky2ZabVgyhvMxQnlUt1WzdXc1NYdtbf2Wgf6uCtpm3g1/Gn6takOKHqn2Ot3vJPEL8Xtw8vE/6fdvuqlxM8/X7hVSlpeoBqQyugBj7+4b+jAKzXDu9sRhYW67ud+/B3N/m2Fxdnu2oLnP/zo9LPdq5+v+/Dlz1SWPYpVHOVIDZgKAWrBcUV2WhzSOPMqZ9FGKNEgYy9KwPcLtovas7cyjVnRPqb/fY0IGZpPU5vdTe8/4dpTfj02ALp2pTco8hCjOVBYGADFL0+3PDYPJxOAE7PLzRyrH1zPFEJXRelqvBuWfZ52cm/i1qW7r11aZ/nw4+DY4nq6AbOjt2mPLs3m2fZV7vtgHrySHw1eCI3olOOKfHw9kbZMtiwp/qMu+yB6xi168XS3t2rKUKsiDJPdZzJhIkpAl4R7vsI+80O/t1rqjHww77VNb9afdb7/nYX6n+2uDfcXpFpbGPBc8TjJGF7EojV/evto2OeqykGjuZIY3RTNx0VZgwaGadQsV2M1r5abRgb7x3hVERGf7E5RNa/bNIWko/aV64zkSi/r36oosoDrFsovl8Xor7YtCq+9C8Z1scLL17nLhztUnBV8g5mGYxFLEQRzzcP3Dwkupsf/nwpPWBRnkLKd0UBkyrgQCJK4urKQYnLPDxlpy59snGh8lhDwIopgjD7iI4/UmLV7bTF/ft+YMPhRI3dh6BhJPoMIHAkohgEq1GbMyHO4dsIsneVNk5UbxWyz+BjD+fbyoHAAA&quot;"/>
    <we:property name="bookmark" value="&quot;H4sIAAAAAAAAA+1Z32/bNhD+Vww9rA8zBor6ReXNdjJsaNMGTteXIQhO5MlRI4sGRaXxAv/vO1FOt6SpHbuxkwV7FHl3vO+74x0p3niqqGclzN/DFL0Db6j15RTMZS/x+l61HPvw4e3xYPz2/P3g+IiG9cwWuqq9gxvPgpmg/VTUDZStBRr886zvQVmewKT9yqGsse/N0NS6grL4CzthmrKmwUXfw+tZqQ20Jk8tWGzNXpE4fdPa/i8BrQjSFld4itJ2oyJSSskMs5CB4EkQsTQisboTcJ49KNKadsuPdGWhqGiZdkxFifDTVLJASkxlxLhysnlR2qVINj+6nhlCR5jns5aVgbqCSqLyHASDdefxjXeMUDfG4Ti6M3GqGyNxjLmbqmxh52TH4BVWDQ4IM1F2XkJtz31+PiUPL7wFEXRiNNHnZJdCvXGn03tHwj2f945b4br3x+mh07jQX0YGiUvlHbDFGY3URTUpl9T/w8LHDokE06LQ2Wfir0W7aI2kEEcyykLJ0yRiDHksYJ+kzMCsJmPsZHbKgS9iiaGSIFimRAZCpLg/Dsj54fwQinK+UXI4jd6YtJ+WjCz0GZcBCAzjNGMsgTTZGxlaymZGluarOfhwK9bhv5sbT0eFSKSIuILQz0QUox9JkGupGNGiE20KScvcZ2Oky2ZabVgyhvMxQnlUt1WzdXc1NYdtbf2Wgf6uCtpm3g1/Gn6takOKHqn2Ot3vJPEL8Xtw8vE/6fdvuqlxM8/X7hVSlpeoBqQyugBj7+4b+jAKzXDu9sRhYW67ud+/B3N/m2Fxdnu2oLnP/zo9LPdq5+v+/Dlz1SWPYpVHOVIDZgKAWrBcUV2WhzSOPMqZ9FGKNEgYy9KwPcLtovas7cyjVnRPqb/fY0IGZpPU5vdTe8/4dpTfj02ALp2pTco8hCjOVBYGADFL0+3PDYPJxOAE7PLzRyrH1zPFEJXRelqvBuWfZ52cm/i1qW7r11aZ/nw4+DY4nq6AbOjt2mPLs3m2fZV7vtgHrySHw1eCI3olOOKfHw9kbZMtiwp/qMu+yB6xi168XS3t2rKUKsiDJPdZzJhIkpAl4R7vsI+80O/t1rqjHww77VNb9afdb7/nYX6n+2uDfcXpFpbGPBc8TjJGF7EojV/evto2OeqykGjuZIY3RTNx0VZgwaGadQsV2M1r5abRgb7x3hVERGf7E5RNa/bNIWko/aV64zkSi/r36oosoDrFsovl8Xor7YtCq+9C8Z1scLL17nLhztUnBV8g5mGYxFLEQRzzcP3Dwkupsf/nwpPWBRnkLKd0UBkyrgQCJK4urKQYnLPDxlpy59snGh8lhDwIopgjD7iI4/UmLV7bTF/ft+YMPhRI3dh6BhJPoMIHAkohgEq1GbMyHO4dsIsneVNk5UbxWyz+BjD+fbyoHAAA&quot;"/>
    <we:property name="datasetId" value="&quot;f6840c56-d99c-43c2-8bb4-b6c50752f221&quot;"/>
    <we:property name="embedUrl" value="&quot;/reportEmbed?reportId=31ebb702-b9c0-4801-bf6a-b589d4ba3bc3&amp;config=eyJjbHVzdGVyVXJsIjoiaHR0cHM6Ly9XQUJJLVVTLUVBU1QyLXJlZGlyZWN0LmFuYWx5c2lzLndpbmRvd3MubmV0IiwiZW1iZWRGZWF0dXJlcyI6eyJ1c2FnZU1ldHJpY3NWTmV4dCI6dHJ1ZX19&amp;disableSensitivityBanner=true&amp;storytellingChangeViewModeShortcutKeys=true&quot;"/>
    <we:property name="backgroundColor" value="&quot;#FF385C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1514</TotalTime>
  <Words>9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Segoe UI Light</vt:lpstr>
      <vt:lpstr>Office Theme</vt:lpstr>
      <vt:lpstr>Microsoft Power BI</vt:lpstr>
      <vt:lpstr>Microsoft Power BI</vt:lpstr>
      <vt:lpstr>Microsoft Power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Niam Dickerson</cp:lastModifiedBy>
  <cp:revision>3</cp:revision>
  <dcterms:created xsi:type="dcterms:W3CDTF">2018-06-07T21:39:02Z</dcterms:created>
  <dcterms:modified xsi:type="dcterms:W3CDTF">2025-12-06T20:11:44Z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